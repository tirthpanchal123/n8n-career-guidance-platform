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Epilogue" panose="020B0604020202020204" charset="0"/>
      <p:regular r:id="rId17"/>
    </p:embeddedFont>
    <p:embeddedFont>
      <p:font typeface="Epilogue Bold" panose="020B0604020202020204" charset="0"/>
      <p:regular r:id="rId18"/>
    </p:embeddedFont>
    <p:embeddedFont>
      <p:font typeface="Fraunces Light" panose="020B0604020202020204" charset="0"/>
      <p:regular r:id="rId19"/>
    </p:embeddedFont>
    <p:embeddedFont>
      <p:font typeface="Fraunces Medium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11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TirthPanchal123/n8n-career-guidance-platform" TargetMode="External"/><Relationship Id="rId4" Type="http://schemas.openxmlformats.org/officeDocument/2006/relationships/hyperlink" Target="https://tangerine-lolly-278d55.netlify.ap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github.com/TirthPanchal123/n8n-career-guidance-platform" TargetMode="External"/><Relationship Id="rId4" Type="http://schemas.openxmlformats.org/officeDocument/2006/relationships/hyperlink" Target="https://tangerine-lolly-278d55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0932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AI-Powered Career Guidance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07903"/>
            <a:ext cx="4722763" cy="122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Smart Education &amp; Career Automation using n8n, OpenAI GPT-4o-mini &amp; Google Sheets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Author: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Tirth Panchal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Tag: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N8N Summer School '26 | Capstone Project | Assignment 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190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Problem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47527"/>
            <a:ext cx="2636937" cy="1573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227" y="1192485"/>
            <a:ext cx="2289870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Limited personalised guidance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227" y="1672977"/>
            <a:ext cx="2289870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Students lack scalable, individualized career advice tailored to their skills and goals.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3532" y="1047527"/>
            <a:ext cx="2636937" cy="15737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5640" y="1192485"/>
            <a:ext cx="2289870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Manual counseling bottleneck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455640" y="1672977"/>
            <a:ext cx="2289870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One-on-one counseling is time-consuming and doesn't scale across large cohorts.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945" y="1047527"/>
            <a:ext cx="2636937" cy="15737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053" y="1192485"/>
            <a:ext cx="2289870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automated skill-gap analysis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213053" y="1672977"/>
            <a:ext cx="228987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Universities lack tools to automatically detect and recommend upskilling paths for each student.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741786"/>
            <a:ext cx="2636937" cy="13729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227" y="2886745"/>
            <a:ext cx="2289870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Internship matching is manual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98227" y="3367236"/>
            <a:ext cx="2289870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Recommendations and placements require significant human effort and coordination.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3532" y="2741786"/>
            <a:ext cx="2636937" cy="137293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55640" y="2886745"/>
            <a:ext cx="2289870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Follow-ups consume staff time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3455640" y="3367236"/>
            <a:ext cx="2289870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Weekly progress tracking and reminders take sustained human resources.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96119" y="4250234"/>
            <a:ext cx="8151763" cy="495077"/>
          </a:xfrm>
          <a:prstGeom prst="roundRect">
            <a:avLst>
              <a:gd name="adj" fmla="val 11087"/>
            </a:avLst>
          </a:prstGeom>
          <a:solidFill>
            <a:srgbClr val="283157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90" y="4437311"/>
            <a:ext cx="163339" cy="13067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20800" y="4403378"/>
            <a:ext cx="805361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Many students graduate without a clear career roadmap.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Who Is This Platform For?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12081"/>
            <a:ext cx="2545259" cy="254525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238" y="812081"/>
            <a:ext cx="2545259" cy="254525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358" y="812081"/>
            <a:ext cx="2628974" cy="262897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6119" y="3620988"/>
            <a:ext cx="254525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Students</a:t>
            </a:r>
            <a:endParaRPr lang="en-US" sz="850" dirty="0"/>
          </a:p>
        </p:txBody>
      </p:sp>
      <p:sp>
        <p:nvSpPr>
          <p:cNvPr id="7" name="Text 2"/>
          <p:cNvSpPr/>
          <p:nvPr/>
        </p:nvSpPr>
        <p:spPr>
          <a:xfrm>
            <a:off x="496119" y="3814763"/>
            <a:ext cx="2545259" cy="38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Personalized AI career guidance</a:t>
            </a:r>
            <a:endParaRPr lang="en-US" sz="65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Automated skill-gap analysis</a:t>
            </a:r>
            <a:endParaRPr lang="en-US" sz="65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Actionable learning roadmap</a:t>
            </a:r>
            <a:endParaRPr lang="en-US" sz="650" dirty="0"/>
          </a:p>
        </p:txBody>
      </p:sp>
      <p:sp>
        <p:nvSpPr>
          <p:cNvPr id="8" name="Text 3"/>
          <p:cNvSpPr/>
          <p:nvPr/>
        </p:nvSpPr>
        <p:spPr>
          <a:xfrm>
            <a:off x="3262238" y="3620988"/>
            <a:ext cx="254525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Career Counselors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3262238" y="3814763"/>
            <a:ext cx="2545259" cy="38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Reduced manual effort</a:t>
            </a:r>
            <a:endParaRPr lang="en-US" sz="65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Automated reporting &amp; alerts</a:t>
            </a:r>
            <a:endParaRPr lang="en-US" sz="65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Better tracking of student outcomes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6028358" y="3620988"/>
            <a:ext cx="262897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University Management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028358" y="3814763"/>
            <a:ext cx="2628974" cy="38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Institution-wide readiness insights</a:t>
            </a:r>
            <a:endParaRPr lang="en-US" sz="65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Centralized student data</a:t>
            </a:r>
            <a:endParaRPr lang="en-US" sz="65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Performance monitoring &amp; KPIs</a:t>
            </a:r>
            <a:endParaRPr lang="en-US" sz="650" dirty="0"/>
          </a:p>
        </p:txBody>
      </p:sp>
      <p:sp>
        <p:nvSpPr>
          <p:cNvPr id="12" name="Shape 7"/>
          <p:cNvSpPr/>
          <p:nvPr/>
        </p:nvSpPr>
        <p:spPr>
          <a:xfrm>
            <a:off x="496119" y="4280669"/>
            <a:ext cx="8151763" cy="473422"/>
          </a:xfrm>
          <a:prstGeom prst="roundRect">
            <a:avLst>
              <a:gd name="adj" fmla="val 786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89434" y="4373984"/>
            <a:ext cx="79651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Goal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89434" y="4545583"/>
            <a:ext cx="796513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a fully automated AI-powered career guidance platform with zero manual intervention.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8422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Complete Automation using n8n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682800"/>
            <a:ext cx="4722763" cy="20365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3912" y="3333155"/>
            <a:ext cx="1071436" cy="13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OpenAI Analysis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813912" y="2861723"/>
            <a:ext cx="1071436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n8n Processing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13912" y="2395054"/>
            <a:ext cx="1071436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Webhook Trigger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13912" y="1923622"/>
            <a:ext cx="1071436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Form Submission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96119" y="387883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From form submission to personalized career report in under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60 seconds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Real-time decisioning, conditional logic, and audit logging built into automated pipelines.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0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5-Workflow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51447"/>
            <a:ext cx="497756" cy="622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51" y="2051447"/>
            <a:ext cx="11744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038151" y="2197596"/>
            <a:ext cx="117447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Student Registration &amp; Data Processor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904" y="2051447"/>
            <a:ext cx="497756" cy="622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98936" y="2051447"/>
            <a:ext cx="11744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WF-02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2798936" y="2197596"/>
            <a:ext cx="117447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 Career Recommendation Engine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7690" y="2051447"/>
            <a:ext cx="497756" cy="6221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59722" y="2051447"/>
            <a:ext cx="11744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WF-03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559722" y="2197596"/>
            <a:ext cx="117447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Course &amp; Internship Matcher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744465"/>
            <a:ext cx="497756" cy="6221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8151" y="2744465"/>
            <a:ext cx="11744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WF-04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1038151" y="2890614"/>
            <a:ext cx="117447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HTML Report Dispatcher</a:t>
            </a:r>
            <a:endParaRPr lang="en-US" sz="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900" y="707901"/>
            <a:ext cx="2740670" cy="365417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11900" y="4401889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WF-05</a:t>
            </a:r>
            <a:endParaRPr lang="en-US" sz="650" dirty="0"/>
          </a:p>
        </p:txBody>
      </p:sp>
      <p:sp>
        <p:nvSpPr>
          <p:cNvPr id="17" name="Text 10"/>
          <p:cNvSpPr/>
          <p:nvPr/>
        </p:nvSpPr>
        <p:spPr>
          <a:xfrm>
            <a:off x="5911900" y="4548039"/>
            <a:ext cx="274067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Weekly Progress Tracker (Cron-based automation, reminders, engagement logging)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584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Automation Workflow — Deep Dive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62646"/>
            <a:ext cx="3943499" cy="1700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93" y="3140676"/>
            <a:ext cx="894638" cy="11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WF-04 Notify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61493" y="2747035"/>
            <a:ext cx="894638" cy="11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WF-03 Match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61493" y="2357371"/>
            <a:ext cx="894638" cy="11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WF-02 Analyze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61493" y="1963730"/>
            <a:ext cx="894638" cy="11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WF-01 Receive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96119" y="3556620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Each workflow is modular, testable, and independently deployable—allowing rapid iteration and fault isolation.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09145" y="968871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9145" y="1138982"/>
            <a:ext cx="3943499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45" y="1221804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09145" y="1474366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Receive student form via webhook → Validate → Append to Google Sheets → Audit log entry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09145" y="1945332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09145" y="2115443"/>
            <a:ext cx="3943499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45" y="2198266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09145" y="2450827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Generate AI prompt → OpenAI GPT-4o-mini → Skill-gap analysis → 4-week learning roadmap → Career &amp; project recommendations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09145" y="2921794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09145" y="3091904"/>
            <a:ext cx="3943499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45" y="3174727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09145" y="3427288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Course &amp; internship matching using conditional rules and confidence thresholds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09145" y="389825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09145" y="4068366"/>
            <a:ext cx="3943499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3" name="Text 20"/>
          <p:cNvSpPr/>
          <p:nvPr/>
        </p:nvSpPr>
        <p:spPr>
          <a:xfrm>
            <a:off x="4709145" y="4151188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WF-04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09145" y="4403750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Render HTML report → Send via Gmail API → Update report status in Sheets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22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Automation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27731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277317"/>
            <a:ext cx="33714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Weekly Progress Tracker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1640532"/>
            <a:ext cx="337140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Cron scheduling, automated reminders, and engagement analytics to sustain student momentum.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04492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7658" y="2604492"/>
            <a:ext cx="33714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27658" y="2967707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Retry logic, alerting, and audit logs ensure reliable end-to-end automation.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704853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704853"/>
            <a:ext cx="33714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Cloud-based Workflows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4068068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Hosted n8n backend with modular workflow orchestration and scalable infrastructure.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749701" y="1277317"/>
            <a:ext cx="3902943" cy="2676451"/>
          </a:xfrm>
          <a:prstGeom prst="roundRect">
            <a:avLst>
              <a:gd name="adj" fmla="val 222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96222" y="1423839"/>
            <a:ext cx="36099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Implemented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96222" y="1787054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Key features deployed and tested: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896222" y="2141413"/>
            <a:ext cx="3609901" cy="1665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✅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OpenAI GPT Integration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✅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Google Sheets Database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✅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Gmail Automation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✅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HTML Email Reports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✅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Conditional Logic &amp; Error Handling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✅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Audit Logging &amp; Scheduling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794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Overview —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31689"/>
            <a:ext cx="3997970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496119" y="1730127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Independent Workflows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49837" y="1131689"/>
            <a:ext cx="3998044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25+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4649837" y="1730127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Workflow Nodes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2253407"/>
            <a:ext cx="3997970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496119" y="2851845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External Integrations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3134246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OpenAI · Google Sheets · Gmail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49837" y="2253407"/>
            <a:ext cx="3998044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4649837" y="2851845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Responsive 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119" y="3655814"/>
            <a:ext cx="3997970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100%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496119" y="4254252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Automated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9837" y="3655814"/>
            <a:ext cx="3998044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&lt;60s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4649837" y="4254252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Execution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49837" y="4536653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End-to-end personalization delivered under 60 seconds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4458"/>
            <a:ext cx="4722763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Live Project Demonstration </a:t>
            </a:r>
            <a:r>
              <a:rPr lang="en-US" sz="2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512168"/>
            <a:ext cx="47227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End-to-end flow — student fills form, n8n triggers pipelines, GPT-4o-mini generates recommendations, Google Sheets stores data, and HTML email reports are sent automatically.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96119" y="2331021"/>
            <a:ext cx="4722763" cy="17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Student visits the live site: </a:t>
            </a:r>
            <a:r>
              <a:rPr lang="en-US" sz="10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https://tangerine-lolly-278d55.netlify.app/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Completes AI Career Assessment Form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lands in Google Sheets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OpenAI generates personalised recommendations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Font typeface="+mj-lt"/>
              <a:buAutoNum type="arabicPeriod" startAt="5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Student receives HTML email report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Font typeface="+mj-lt"/>
              <a:buAutoNum type="arabicPeriod" startAt="6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Weekly follow-ups continue automatically via WF-05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4276055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Repository: </a:t>
            </a:r>
            <a:r>
              <a:rPr lang="en-US" sz="10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https://github.com/TirthPanchal123/n8n-career-guidance-platform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0709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059359"/>
            <a:ext cx="4722763" cy="582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1150"/>
              </a:spcAft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Project: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AI-Powered Career Guidance Platform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Developed by: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Tirth Panchal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96119" y="1924273"/>
            <a:ext cx="21938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271787"/>
            <a:ext cx="2193875" cy="126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n8n Cloud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OpenAI GPT-4o-mini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Google Sheets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Gmail API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HTML · CSS · JavaScript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29769" y="1924273"/>
            <a:ext cx="21938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Links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029769" y="2271787"/>
            <a:ext cx="2193875" cy="141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Live Demo: </a:t>
            </a:r>
            <a:r>
              <a:rPr lang="en-US" sz="10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https://tangerine-lolly-278d55.netlify.app/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GitHub: </a:t>
            </a:r>
            <a:r>
              <a:rPr lang="en-US" sz="10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https://github.com/TirthPanchal123/n8n-career-guidance-platform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96119" y="3958828"/>
            <a:ext cx="4722763" cy="753963"/>
          </a:xfrm>
          <a:prstGeom prst="roundRect">
            <a:avLst>
              <a:gd name="adj" fmla="val 7650"/>
            </a:avLst>
          </a:prstGeom>
          <a:solidFill>
            <a:srgbClr val="28315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3" y="4153123"/>
            <a:ext cx="171599" cy="1372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2305" y="4126111"/>
            <a:ext cx="41392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"Empowering every student with personalized AI-driven career guidance through intelligent workflow automation."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C98C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625</Words>
  <Application>Microsoft Office PowerPoint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Epilogue</vt:lpstr>
      <vt:lpstr>Fraunces Light</vt:lpstr>
      <vt:lpstr>Fraunces Medium</vt:lpstr>
      <vt:lpstr>Arial</vt:lpstr>
      <vt:lpstr>Epilogue Bold</vt:lpstr>
      <vt:lpstr>Twemoji Mozilla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Tirth Panchal</cp:lastModifiedBy>
  <cp:revision>2</cp:revision>
  <dcterms:created xsi:type="dcterms:W3CDTF">2026-07-28T19:42:26Z</dcterms:created>
  <dcterms:modified xsi:type="dcterms:W3CDTF">2026-07-28T19:48:52Z</dcterms:modified>
</cp:coreProperties>
</file>